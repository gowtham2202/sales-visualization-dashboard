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9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72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8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7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6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8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5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14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4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12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2497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71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34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68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6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9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58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-202334"/>
            <a:ext cx="7772400" cy="1470025"/>
          </a:xfrm>
        </p:spPr>
        <p:txBody>
          <a:bodyPr>
            <a:normAutofit/>
          </a:bodyPr>
          <a:lstStyle/>
          <a:p>
            <a:r>
              <a:rPr sz="4000" dirty="0"/>
              <a:t>Sales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267691"/>
            <a:ext cx="6619009" cy="4551218"/>
          </a:xfrm>
        </p:spPr>
        <p:txBody>
          <a:bodyPr>
            <a:normAutofit lnSpcReduction="10000"/>
          </a:bodyPr>
          <a:lstStyle/>
          <a:p>
            <a:r>
              <a:rPr dirty="0">
                <a:solidFill>
                  <a:schemeClr val="tx1"/>
                </a:solidFill>
              </a:rPr>
              <a:t>Data Visualization and Storytelling Project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Objective:</a:t>
            </a:r>
          </a:p>
          <a:p>
            <a:r>
              <a:rPr dirty="0">
                <a:solidFill>
                  <a:schemeClr val="tx1"/>
                </a:solidFill>
              </a:rPr>
              <a:t>Analyze sales performance, customer behavior, regional trends, and revenue drivers using Power BI.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Tools Used:</a:t>
            </a:r>
          </a:p>
          <a:p>
            <a:r>
              <a:rPr dirty="0">
                <a:solidFill>
                  <a:schemeClr val="tx1"/>
                </a:solidFill>
              </a:rPr>
              <a:t>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Dataset Summary:</a:t>
            </a:r>
          </a:p>
          <a:p>
            <a:r>
              <a:t>• 50,000+ sales transactions</a:t>
            </a:r>
          </a:p>
          <a:p>
            <a:r>
              <a:t>• 15 business attributes</a:t>
            </a:r>
          </a:p>
          <a:p>
            <a:r>
              <a:t>• Sales, customer, product, and payment information</a:t>
            </a:r>
          </a:p>
          <a:p>
            <a:endParaRPr/>
          </a:p>
          <a:p>
            <a:r>
              <a:t>Project Goals:</a:t>
            </a:r>
          </a:p>
          <a:p>
            <a:r>
              <a:t>• Identify revenue drivers</a:t>
            </a:r>
          </a:p>
          <a:p>
            <a:r>
              <a:t>• Analyze customer behavior</a:t>
            </a:r>
          </a:p>
          <a:p>
            <a:r>
              <a:t>• Discover sales trends</a:t>
            </a:r>
          </a:p>
          <a:p>
            <a:r>
              <a:t>• Generate actionable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Key Performance Indicators:</a:t>
            </a:r>
          </a:p>
          <a:p>
            <a:r>
              <a:t>• Total Revenue</a:t>
            </a:r>
          </a:p>
          <a:p>
            <a:r>
              <a:t>• Total Orders</a:t>
            </a:r>
          </a:p>
          <a:p>
            <a:r>
              <a:t>• Total Quantity Sold</a:t>
            </a:r>
          </a:p>
          <a:p>
            <a:r>
              <a:t>• Average Order Value</a:t>
            </a:r>
          </a:p>
          <a:p>
            <a:endParaRPr/>
          </a:p>
          <a:p>
            <a:r>
              <a:t>Purpose:</a:t>
            </a:r>
          </a:p>
          <a:p>
            <a:r>
              <a:t>KPIs provide a quick overview of business performance and overall sales health.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Visuals Included:</a:t>
            </a:r>
          </a:p>
          <a:p>
            <a:r>
              <a:t>• Revenue by Category</a:t>
            </a:r>
          </a:p>
          <a:p>
            <a:r>
              <a:t>• Revenue by Region</a:t>
            </a:r>
          </a:p>
          <a:p>
            <a:endParaRPr/>
          </a:p>
          <a:p>
            <a:r>
              <a:t>Insights:</a:t>
            </a:r>
          </a:p>
          <a:p>
            <a:r>
              <a:t>• Identify top-performing product categories</a:t>
            </a:r>
          </a:p>
          <a:p>
            <a:r>
              <a:t>• Compare regional sales performance</a:t>
            </a:r>
          </a:p>
          <a:p>
            <a:r>
              <a:t>• Detect growth opportunities in underperforming regions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Visuals Included:</a:t>
            </a:r>
          </a:p>
          <a:p>
            <a:r>
              <a:t>• Payment Method Distribution</a:t>
            </a:r>
          </a:p>
          <a:p>
            <a:r>
              <a:t>• Quantity Sold by Category</a:t>
            </a:r>
          </a:p>
          <a:p>
            <a:endParaRPr/>
          </a:p>
          <a:p>
            <a:r>
              <a:t>Insights:</a:t>
            </a:r>
          </a:p>
          <a:p>
            <a:r>
              <a:t>• Understand customer purchasing preferences</a:t>
            </a:r>
          </a:p>
          <a:p>
            <a:r>
              <a:t>• Identify popular payment methods</a:t>
            </a:r>
          </a:p>
          <a:p>
            <a:r>
              <a:t>• Analyze demand across product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Visuals Included:</a:t>
            </a:r>
          </a:p>
          <a:p>
            <a:r>
              <a:t>• Monthly Sales Trend</a:t>
            </a:r>
          </a:p>
          <a:p>
            <a:r>
              <a:t>• Seasonal Revenue Analysis</a:t>
            </a:r>
          </a:p>
          <a:p>
            <a:endParaRPr/>
          </a:p>
          <a:p>
            <a:r>
              <a:t>Insights:</a:t>
            </a:r>
          </a:p>
          <a:p>
            <a:r>
              <a:t>• Detect sales peaks and declines</a:t>
            </a:r>
          </a:p>
          <a:p>
            <a:r>
              <a:t>• Support demand forecasting</a:t>
            </a:r>
          </a:p>
          <a:p>
            <a:r>
              <a:t>• Improve inventory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Electronics generated the highest revenue.</a:t>
            </a:r>
          </a:p>
          <a:p>
            <a:r>
              <a:t>• North region contributed the largest share of sales.</a:t>
            </a:r>
          </a:p>
          <a:p>
            <a:r>
              <a:t>• UPI and Credit Card were the most preferred payment methods.</a:t>
            </a:r>
          </a:p>
          <a:p>
            <a:r>
              <a:t>• Sales peaked during specific months, indicating seasonality.</a:t>
            </a:r>
          </a:p>
          <a:p>
            <a:r>
              <a:t>• High sales volume did not always result in high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 marketing for top-performing categories.</a:t>
            </a:r>
          </a:p>
          <a:p>
            <a:r>
              <a:t>• Expand operations in high-revenue regions.</a:t>
            </a:r>
          </a:p>
          <a:p>
            <a:r>
              <a:t>• Promote digital payment adoption.</a:t>
            </a:r>
          </a:p>
          <a:p>
            <a:r>
              <a:t>• Use seasonal trends for forecasting.</a:t>
            </a:r>
          </a:p>
          <a:p>
            <a:r>
              <a:t>• Optimize pricing strategies for high-volume categories.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dashboard successfully transformed raw sales data into meaningful business insights.</a:t>
            </a:r>
          </a:p>
          <a:p>
            <a:endParaRPr/>
          </a:p>
          <a:p>
            <a:r>
              <a:t>Outcomes:</a:t>
            </a:r>
          </a:p>
          <a:p>
            <a:r>
              <a:t>• Improved understanding of customer behavior</a:t>
            </a:r>
          </a:p>
          <a:p>
            <a:r>
              <a:t>• Identified revenue-generating segments</a:t>
            </a:r>
          </a:p>
          <a:p>
            <a:r>
              <a:t>• Supported data-driven decision making</a:t>
            </a:r>
          </a:p>
          <a:p>
            <a:r>
              <a:t>• Demonstrated effective visual storytelling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3</TotalTime>
  <Words>333</Words>
  <Application>Microsoft Office PowerPoint</Application>
  <PresentationFormat>On-screen Show (4:3)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Rockwell</vt:lpstr>
      <vt:lpstr>Damask</vt:lpstr>
      <vt:lpstr>Sales Performance Dashboard</vt:lpstr>
      <vt:lpstr>Project Overview</vt:lpstr>
      <vt:lpstr>KPI Overview</vt:lpstr>
      <vt:lpstr>Revenue Analysis</vt:lpstr>
      <vt:lpstr>Customer Behavior Analysis</vt:lpstr>
      <vt:lpstr>Sales Trend Analysis</vt:lpstr>
      <vt:lpstr>Key Business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gowtham .M</cp:lastModifiedBy>
  <cp:revision>2</cp:revision>
  <dcterms:created xsi:type="dcterms:W3CDTF">2013-01-27T09:14:16Z</dcterms:created>
  <dcterms:modified xsi:type="dcterms:W3CDTF">2026-06-01T14:25:17Z</dcterms:modified>
  <cp:category/>
</cp:coreProperties>
</file>